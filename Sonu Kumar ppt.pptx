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A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A1F3D"/>
          </a:solidFill>
          <a:ln/>
        </p:spPr>
      </p:sp>
      <p:pic>
        <p:nvPicPr>
          <p:cNvPr id="4" name="Image 0" descr="/home/claude/repor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5556" y="685800"/>
            <a:ext cx="868680" cy="932688"/>
          </a:xfrm>
          <a:prstGeom prst="rect">
            <a:avLst/>
          </a:prstGeom>
        </p:spPr>
      </p:pic>
      <p:pic>
        <p:nvPicPr>
          <p:cNvPr id="5" name="Image 1" descr="/home/claude/report/thiran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836" y="868680"/>
            <a:ext cx="1737360" cy="585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OF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0" y="21488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INTERNSHIP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0" y="2880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Thiranex  •  Skill Development &amp; Future Tech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631436" y="342900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356616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385876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0" y="416052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0" y="44531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partial fulfilment of the requirement for the degree of B.Tech CSE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802636" y="5074920"/>
            <a:ext cx="6583680" cy="1508760"/>
          </a:xfrm>
          <a:prstGeom prst="roundRect">
            <a:avLst>
              <a:gd name="adj" fmla="val 4848"/>
            </a:avLst>
          </a:prstGeom>
          <a:solidFill>
            <a:srgbClr val="232B5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31236" y="5239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Kumar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323076" y="5239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25SCS1003004915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031236" y="5641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2CSE5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23076" y="5641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031236" y="6044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sonu.25scs1003004915@iilm.edu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323076" y="6044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4533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Thiranex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189280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platform, its format and gamified Quest 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77356" y="141732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8524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7476" y="154533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37476" y="189280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onboarding, and task-by-task schedule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277977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12724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teach and deliver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7356" y="265176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8524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78524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37476" y="277977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37476" y="312724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tools and concepts applied across all tasks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114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401421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Completed Tasks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436168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responsive design, To-Do app, weather API, e-commerce capstone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7356" y="388620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8524" y="4114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78524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37476" y="401421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Outcomes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237476" y="436168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projects were built, and what was achieved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5545836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5349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08760" y="5248656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508760" y="5596128"/>
            <a:ext cx="44028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proof of successful completion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Thiranex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project-based virtual internship platform that delivers structured, real-world web development experience through a gamified, task-driven intern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848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“Quest Log” of tasks with fixed due dates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tracker showing internship completion 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186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 card, intern profile and downloadable offer letter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22776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8561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community group for interns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5254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premium physical certificate, delivered to your doorstep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56632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194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digital certificate with QR-code authentication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52360" y="1234440"/>
            <a:ext cx="4206240" cy="48920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pic>
        <p:nvPicPr>
          <p:cNvPr id="18" name="Image 0" descr="/home/claude/report/thiranex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08760"/>
            <a:ext cx="1737360" cy="5852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1812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TRACK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2606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21" name="Text 18"/>
          <p:cNvSpPr/>
          <p:nvPr/>
        </p:nvSpPr>
        <p:spPr>
          <a:xfrm>
            <a:off x="781812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Progress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18120" y="4069080"/>
            <a:ext cx="3474720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812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1812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Task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92640" y="4873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18120" y="5495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692640" y="5495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Verified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August 2026  →  3 September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+ LinkedIn post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0982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4306" y="3429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4306" y="3685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&amp; Accessibility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94306" y="4279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9589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2913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Aug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02913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02913" y="23591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CSS3 &amp; Responsive Design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48195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1519" y="3429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1519" y="3685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Logic &amp; State Mgmt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1519" y="4279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56802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0126" y="1828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0126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0126" y="235915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JS &amp; RESTful APIs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265408" y="3145536"/>
            <a:ext cx="201168" cy="201168"/>
          </a:xfrm>
          <a:prstGeom prst="ellipse">
            <a:avLst/>
          </a:prstGeom>
          <a:solidFill>
            <a:srgbClr val="7A1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48672" y="3429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48672" y="36850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Full-Stack Deployment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948672" y="4279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Sept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marked “Completed Successfully” on the Thiranex dashboard.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accessible 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Multi-page, semantic, WCAG-aligned HTML5 portfolio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41732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5904" y="1645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5904" y="22860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65904" y="26974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Flexbox &amp; theme-aware CSS3 across all devices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41732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4568" y="16459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456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4568" y="228600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interactivity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4568" y="26974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To-Do app with full CRUD and persistence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 public REST API asynchronously via Fetch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356616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5904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659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5904" y="44348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capstone product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65904" y="4846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optimize and deploy a live e-commerce 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5968" y="3566160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4568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5456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54568" y="44348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real workflows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4568" y="4846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version control across every deliverable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4480560"/>
          </a:xfrm>
          <a:prstGeom prst="roundRect">
            <a:avLst>
              <a:gd name="adj" fmla="val 2046"/>
            </a:avLst>
          </a:prstGeom>
          <a:solidFill>
            <a:srgbClr val="232B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118104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4780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3500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352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807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3924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2644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1600200"/>
            <a:ext cx="3575304" cy="4480560"/>
          </a:xfrm>
          <a:prstGeom prst="roundRect">
            <a:avLst>
              <a:gd name="adj" fmla="val 2046"/>
            </a:avLst>
          </a:prstGeom>
          <a:solidFill>
            <a:srgbClr val="23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17830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35424" y="2240280"/>
            <a:ext cx="3118104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24780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4745736" y="23500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 &amp; ARIA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35424" y="29352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45736" y="2807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35424" y="33924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745736" y="32644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35424" y="38496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37216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&amp; Fetch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35424" y="43068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4745736" y="41788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&amp; JSON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35424" y="47640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46360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&amp; CRUD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65008" y="1600200"/>
            <a:ext cx="3575304" cy="4480560"/>
          </a:xfrm>
          <a:prstGeom prst="roundRect">
            <a:avLst>
              <a:gd name="adj" fmla="val 2046"/>
            </a:avLst>
          </a:prstGeom>
          <a:solidFill>
            <a:srgbClr val="232B5E"/>
          </a:solidFill>
          <a:ln/>
        </p:spPr>
      </p:sp>
      <p:sp>
        <p:nvSpPr>
          <p:cNvPr id="29" name="Text 27"/>
          <p:cNvSpPr/>
          <p:nvPr/>
        </p:nvSpPr>
        <p:spPr>
          <a:xfrm>
            <a:off x="8293608" y="178308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Platforms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93608" y="2240280"/>
            <a:ext cx="3118104" cy="0"/>
          </a:xfrm>
          <a:prstGeom prst="line">
            <a:avLst/>
          </a:prstGeom>
          <a:noFill/>
          <a:ln w="12700">
            <a:solidFill>
              <a:srgbClr val="3B44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24780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23500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93608" y="29352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28072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93608" y="33924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32644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93608" y="3849624"/>
            <a:ext cx="91440" cy="9144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372160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B4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•  DUE 11 AUG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Semantic Structure &amp; Accessibility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Successfully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640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44168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tags: header, nav, main, section, footer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755648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11096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 &amp; roles for screen readers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322576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78024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225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meta tags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44952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895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tab-navigable contact form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85032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BEFEF"/>
          </a:solidFill>
          <a:ln w="9525">
            <a:solidFill>
              <a:srgbClr val="F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94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4069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accessible, semantic site scoring 100 on Lighthouse Accessibility &amp; SEO.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4828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pPr algn="l" indent="0" marL="0">
              <a:buNone/>
            </a:pPr>
            <a:r>
              <a:rPr lang="en-US" sz="12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sonu-crafts.github.io/sonu-dev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B4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•  DUE 18 AUG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CSS3 &amp; Responsive 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Developer Portfolio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Successfully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640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44168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for 2D page layouts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755648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11096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for component alignment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322576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78024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225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media queries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44952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895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driving light/dark theme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85032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BEFEF"/>
          </a:solidFill>
          <a:ln w="9525">
            <a:solidFill>
              <a:srgbClr val="F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94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4069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pixel-perfect, fully responsive site adapting across mobile, tablet &amp; desktop.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4828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pPr algn="l" indent="0" marL="0">
              <a:buNone/>
            </a:pPr>
            <a:r>
              <a:rPr lang="en-US" sz="12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sonu-crafts.github.io/Sonu-dev-intern-2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B4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•  DUE 25 AUG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Logic &amp; State Management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Tasks — 3D Task 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Successfully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640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44168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functionality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755648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11096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via window.localStorage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322576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78024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225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All / Active / Completed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44952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895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DOM + delegated event listeners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85032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BEFEF"/>
          </a:solidFill>
          <a:ln w="9525">
            <a:solidFill>
              <a:srgbClr val="F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94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4069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state-driven task manager that retains data across browser reloads.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4828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pPr algn="l" indent="0" marL="0">
              <a:buNone/>
            </a:pPr>
            <a:r>
              <a:rPr lang="en-US" sz="12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sonu-crafts.github.io/internship-work-3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B4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•  DUE 1 SEPT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JavaScript &amp; RESTful APIs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AeroCast — Live Weather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Successfully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640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44168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with async/await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755648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11096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network error handling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322576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78024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225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rendering nested JSON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44952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895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City-based weather search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85032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BEFEF"/>
          </a:solidFill>
          <a:ln w="9525">
            <a:solidFill>
              <a:srgbClr val="F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94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4069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showing accurate temperature, humidity &amp; wind data.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4828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pPr algn="l" indent="0" marL="0">
              <a:buNone/>
            </a:pPr>
            <a:r>
              <a:rPr lang="en-US" sz="12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sonu-crafts.github.io/Weather-forecasting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B4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•  CAPSTONE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Deployment &amp; Project 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Future Objects Storefront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806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Successfully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640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44168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front-end architecture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755648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911096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75564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between views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2322576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78024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22576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performance optimization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7132320" cy="475488"/>
          </a:xfrm>
          <a:prstGeom prst="roundRect">
            <a:avLst>
              <a:gd name="adj" fmla="val 11538"/>
            </a:avLst>
          </a:prstGeom>
          <a:solidFill>
            <a:srgbClr val="F5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44952"/>
            <a:ext cx="164592" cy="164592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89504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to a public URL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34840" y="3685032"/>
            <a:ext cx="7132320" cy="960120"/>
          </a:xfrm>
          <a:prstGeom prst="roundRect">
            <a:avLst>
              <a:gd name="adj" fmla="val 7619"/>
            </a:avLst>
          </a:prstGeom>
          <a:solidFill>
            <a:srgbClr val="FBEFEF"/>
          </a:solidFill>
          <a:ln w="9525">
            <a:solidFill>
              <a:srgbClr val="F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94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40690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web app, publicly deployed via GitHub Pages.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48280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pPr algn="l" indent="0" marL="0">
              <a:buNone/>
            </a:pPr>
            <a:r>
              <a:rPr lang="en-US" sz="1200" i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sonu-crafts.github.io/task5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projects follow a client-side architecture: static HTML/CSS/JS served directly to the browser and deployed via GitHub Pages.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2743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05456" y="333756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25496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A3470"/>
          </a:solidFill>
          <a:ln/>
        </p:spPr>
      </p:sp>
      <p:sp>
        <p:nvSpPr>
          <p:cNvPr id="9" name="Text 7"/>
          <p:cNvSpPr/>
          <p:nvPr/>
        </p:nvSpPr>
        <p:spPr>
          <a:xfrm>
            <a:off x="2825496" y="2743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91456" y="333756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1496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54081"/>
          </a:solidFill>
          <a:ln/>
        </p:spPr>
      </p:sp>
      <p:sp>
        <p:nvSpPr>
          <p:cNvPr id="12" name="Text 10"/>
          <p:cNvSpPr/>
          <p:nvPr/>
        </p:nvSpPr>
        <p:spPr>
          <a:xfrm>
            <a:off x="5111496" y="2743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(Task 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77456" y="333756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97496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97496" y="2743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REST 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(Task 4, via Fetch)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63456" y="3337560"/>
            <a:ext cx="320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83496" y="27432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2A3470"/>
          </a:solidFill>
          <a:ln/>
        </p:spPr>
      </p:sp>
      <p:sp>
        <p:nvSpPr>
          <p:cNvPr id="18" name="Text 16"/>
          <p:cNvSpPr/>
          <p:nvPr/>
        </p:nvSpPr>
        <p:spPr>
          <a:xfrm>
            <a:off x="9683496" y="2743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(Deployment)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4389120"/>
            <a:ext cx="9994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persists state locally in the browser; Task 4 fetches live JSON asynchronously from a public REST API; Task 5 uses client-side routing and in-memory cart state — no custom backend was required for any task.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84348" y="1261872"/>
            <a:ext cx="6620256" cy="4745716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eport/cer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1371600"/>
            <a:ext cx="6400800" cy="45262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THX-AUG0426-441   |   Issued by Hariharan M, Founder &amp; CEO, Thiranex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2956" cy="4754880"/>
          </a:xfrm>
          <a:prstGeom prst="roundRect">
            <a:avLst>
              <a:gd name="adj" fmla="val 1538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 Gained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276856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130552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accessible HTML5 authoring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90088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843784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responsive design with Grid &amp; Flexbox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557016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JavaScript apps with local persistence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16552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270248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integration with error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129784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83480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 via GitHub Pages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1371600"/>
            <a:ext cx="5362956" cy="4754880"/>
          </a:xfrm>
          <a:prstGeom prst="roundRect">
            <a:avLst>
              <a:gd name="adj" fmla="val 1538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7396" y="160020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Takeaways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97396" y="2276856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6899148" y="2130552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live, portfolio-ready projects with public URLs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97396" y="2990088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99148" y="2843784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due-date-driven delivery, like an industry sprint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97396" y="3703320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899148" y="3557016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Git/GitHub version control practice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97396" y="4416552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5" name="Text 23"/>
          <p:cNvSpPr/>
          <p:nvPr/>
        </p:nvSpPr>
        <p:spPr>
          <a:xfrm>
            <a:off x="6899148" y="4270248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shareable completion certificate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97396" y="5129784"/>
            <a:ext cx="146304" cy="146304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99148" y="4983480"/>
            <a:ext cx="44028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build &amp; ship complete web apps solo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Web Development Internship  |  Sonu Kumar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A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A1F3D"/>
          </a:solidFill>
          <a:ln/>
        </p:spPr>
      </p:sp>
      <p:pic>
        <p:nvPicPr>
          <p:cNvPr id="4" name="Image 0" descr="/home/claude/repor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476" y="1371600"/>
            <a:ext cx="777240" cy="832104"/>
          </a:xfrm>
          <a:prstGeom prst="rect">
            <a:avLst/>
          </a:prstGeom>
        </p:spPr>
      </p:pic>
      <p:pic>
        <p:nvPicPr>
          <p:cNvPr id="5" name="Image 1" descr="/home/claude/report/thiran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36" y="1536192"/>
            <a:ext cx="1600200" cy="5394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Internship  •  Thiranex  •  2026-27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631436" y="411480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0" y="43434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Kumar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0" y="468172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25SCS1003004915   |   Section: 2CSE5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0" y="4974336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sonu.25scs1003004915@iilm.edu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2026-09-05T09:53:33Z</dcterms:created>
  <dcterms:modified xsi:type="dcterms:W3CDTF">2026-09-05T09:53:33Z</dcterms:modified>
</cp:coreProperties>
</file>